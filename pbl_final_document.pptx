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36414"/>
                </a:solidFill>
              </a:defRPr>
            </a:pPr>
            <a:r>
              <a:t>AI-Based Solar Panel Performance Monitoring and Fault Detection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 Project Based Learning Presentation</a:t>
            </a:r>
            <a:br/>
            <a:r>
              <a:t>Submitted in partial fulfilment of the requirements for Bachelor of Technology</a:t>
            </a:r>
          </a:p>
          <a:p>
            <a:br/>
            <a:pPr algn="ctr">
              <a:defRPr sz="1400">
                <a:solidFill>
                  <a:srgbClr val="C8D2E1"/>
                </a:solidFill>
              </a:defRPr>
            </a:pPr>
            <a:r>
              <a:t>Submitted by: Roll.no: NAME | Roll.no: NAME | Roll.no: NAME</a:t>
            </a:r>
            <a:br/>
            <a:r>
              <a:t>Under the guidance of: XXXX (Faculty Name)</a:t>
            </a:r>
            <a:br/>
            <a:r>
              <a:t>Department of Electronics and Communication Engineering</a:t>
            </a:r>
            <a:br/>
            <a:r>
              <a:t>Koneru Lakshmaiah Education Foundation, KLH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1. Abstract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Abstract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An integrated AI-based fault detection framework combining analog signal conditioning, signal processing filtering, and Machine Learning classification for solar PV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Problem Context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Photovoltaic efficiency drops due to undetected micro-faults, dust, and shading. Early automated detection restores optimal energy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 Methodology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Analog Circuit Design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Voltage divider with op-amp buffer, ACS712 current sensing, and low-pass filtering.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Signal Processing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Denoising raw signals, V-I characteristic parameter extraction, and baseline power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865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Machine Learning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Random Forest Multi-Class Classifier trained on sensor time-series telemetry.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3. Experimental Setup &amp;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Dataset &amp; Parameters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1000+ sensor reading samples comprising Irradiance, Temperature, Voltage, and Current.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Fault Classes Evaluated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1) Normal Operation, 2) Partial Shading, 3) Degradation/Soiling, 4) Short Circuit.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4. Results &amp;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Model Performance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High classification accuracy (~97.5%) with robust F1-scores across all fault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Circuit Stability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Conditioning circuits ensured steady ADC signals with low signal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2860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5. 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Conclusion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Successfully realized an interdisciplinary PBL solution bridging analog electronics, DSP, and machine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10728655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Future Scope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Integration of IoT gateways, edge-AI chips, and drone-based thermal imaging cross-validation.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