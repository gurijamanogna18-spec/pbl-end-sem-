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1">
                <a:solidFill>
                  <a:srgbClr val="00A0A0"/>
                </a:solidFill>
                <a:latin typeface="Aptos"/>
              </a:defRPr>
            </a:pPr>
            <a:r>
              <a:t>PITCHATHON  /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955279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0F2341"/>
                </a:solidFill>
                <a:latin typeface="Aptos"/>
              </a:defRPr>
            </a:pPr>
            <a:r>
              <a:t>AI-Based Solar Panel</a:t>
            </a:r>
            <a:br/>
            <a:r>
              <a:t>Performance Monitoring</a:t>
            </a:r>
            <a:br/>
            <a:r>
              <a:t>and Fault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5F6E7D"/>
                </a:solidFill>
                <a:latin typeface="Aptos"/>
              </a:defRPr>
            </a:pPr>
            <a:r>
              <a:t>Review 1 — Problem, idea and feasibility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005840"/>
            <a:ext cx="960120" cy="960120"/>
          </a:xfrm>
          <a:prstGeom prst="ellipse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8138160" y="2743200"/>
            <a:ext cx="3108960" cy="1554480"/>
          </a:xfrm>
          <a:prstGeom prst="parallelogram">
            <a:avLst/>
          </a:prstGeom>
          <a:solidFill>
            <a:srgbClr val="0F2341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239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55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7888" y="3246120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3730752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71323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C67B4"/>
                </a:solidFill>
                <a:latin typeface="Aptos"/>
              </a:defRPr>
            </a:pPr>
            <a:r>
              <a:t>Signal Processing  •  Machine Learning  •  Analog 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6858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Team: ____________________     Guide: 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KLH UNIVERSITY  |  PITCHATHON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Problem Statement &amp;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Solar output changes with sunlight, temperature, shading, dust and electrical faults.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A panel can produce less power than expected without an obvious visible warning.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Manual checking is periodic and may miss short-duration performance drops.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We propose a low-cost monitoring prototype that flags suspicious readings and explains likely underperformance.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Goal: detect abnormal performance early — not replace certified protection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Collect panel voltage, current and temperature; record irradiance if a sensor is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Calculate power: P = V × I; compare measured output with an expected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Use rules first, then an ML model to classify normal vs. potentially abnormal behaviour.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Outputs: live readings • fault alert • timestamped CSV log • simple dashboard/console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Proposed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63238"/>
                </a:solidFill>
                <a:latin typeface="Aptos"/>
              </a:defRPr>
            </a:pPr>
            <a:r>
              <a:t>A layered design links analog measurement to digital analysis and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73152" cy="141732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PV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DC 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2110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76702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6702" y="2423160"/>
            <a:ext cx="73152" cy="14173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9582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Sensors + analog front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582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Scale / filter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3012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7604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604" y="2423160"/>
            <a:ext cx="73152" cy="141732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0484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ESP32 / DAQ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Sample &amp; transmit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3915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58507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507" y="2423160"/>
            <a:ext cx="73152" cy="1417320"/>
          </a:xfrm>
          <a:prstGeom prst="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1387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Python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1387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Features + ML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4817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49409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9409" y="2423160"/>
            <a:ext cx="73152" cy="14173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2289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Dashboard /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289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Status +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1C67B4"/>
                </a:solidFill>
                <a:latin typeface="Aptos"/>
              </a:defRPr>
            </a:pPr>
            <a:r>
              <a:t>Prototype data can be simulated first; hardware integration follows after sensor calibration.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Where Each Subject 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Analog Electronic Circuit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Voltage divider / conditioning, current sensing, low-pass filtering, ADC input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Signal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Sampling, noise filtering, moving averages, power calculation, trend and deviation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Train a baseline classifier/anomaly detector from labelled or simulated sensor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Integrated ECE project: sensing → signal conditioning → feature extraction →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Feasibility &amp; Execution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Stage 1: build a Python simulation and establish normal/abnormal patterns.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Stage 2: connect ESP32 with calibrated voltage/current/temperature sensors.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Stage 3: compare raw vs. filtered signals; calculate power and deviation from baseline.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Stage 4: evaluate detection using held-out test data; tune thresholds and report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Minimum viable demo: Python model + CSV log + sensor/ESP32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Expected Impact &amp; Review-1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Faster indication of underperformance and easier troubleshooting.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Low-cost modular design suitable for a small panel demonstration.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Visual evidence: normal vs. abnormal readings, power trend and fault labels.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Deliverables now: block diagram, requirements, feasibility plan and initial software simulation.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Next review: show working data pipeline, initial model and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References &amp; Safety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NREL — photovoltaic performance and operations resources: https://www.nrel.gov/solar/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IEC 61724-1 — photovoltaic system performance monitoring (consult institutional access for the standard).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ESP32 technical documentation: https://docs.espressif.com/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Use isolated, low-voltage test setups; never connect a student prototype directly to mains or high-voltage PV strings.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Any synthetic results must be clearly labelled as simulated; validate hardware readings before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